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Analysis of Product Failures (Phase 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Bhanu</a:t>
            </a:r>
          </a:p>
          <a:p>
            <a:r>
              <a:t>Key Findings and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focuses on understanding patterns in product failures</a:t>
            </a:r>
          </a:p>
          <a:p>
            <a:pPr lvl="1"/>
            <a:r>
              <a:t>Dataset includes 26,570 product records</a:t>
            </a:r>
          </a:p>
          <a:p>
            <a:pPr lvl="1"/>
            <a:r>
              <a:t>Response variable: product failure (Yes / No)</a:t>
            </a:r>
          </a:p>
          <a:p>
            <a:pPr lvl="1"/>
            <a:r>
              <a:t>Exploratory analysis only; no predictive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of Product Failures</a:t>
            </a:r>
          </a:p>
        </p:txBody>
      </p:sp>
      <p:pic>
        <p:nvPicPr>
          <p:cNvPr id="3" name="Picture 2" descr="Pict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29" y="1054018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6951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Key Points:</a:t>
            </a:r>
          </a:p>
          <a:p>
            <a:r>
              <a:rPr dirty="0"/>
              <a:t>• Most products do not fail</a:t>
            </a:r>
          </a:p>
          <a:p>
            <a:r>
              <a:rPr dirty="0"/>
              <a:t>• Failures represent a smaller portion of the data</a:t>
            </a:r>
          </a:p>
          <a:p>
            <a:r>
              <a:rPr dirty="0"/>
              <a:t>• Indicates an imbalanced outcome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Rate by Product Code</a:t>
            </a:r>
          </a:p>
        </p:txBody>
      </p:sp>
      <p:pic>
        <p:nvPicPr>
          <p:cNvPr id="3" name="Picture 2" descr="Pict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5691" y="5573907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Key Points:</a:t>
            </a:r>
          </a:p>
          <a:p>
            <a:r>
              <a:rPr dirty="0"/>
              <a:t>• Failure rates vary across product codes</a:t>
            </a:r>
          </a:p>
          <a:p>
            <a:r>
              <a:rPr dirty="0"/>
              <a:t>• Some categories show higher failure proportions</a:t>
            </a:r>
          </a:p>
          <a:p>
            <a:r>
              <a:rPr dirty="0"/>
              <a:t>• Product code may be a useful predictor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1 by Failure Status</a:t>
            </a:r>
          </a:p>
        </p:txBody>
      </p:sp>
      <p:pic>
        <p:nvPicPr>
          <p:cNvPr id="3" name="Picture 2" descr="Pict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64" y="1037795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969715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Key Points:</a:t>
            </a:r>
          </a:p>
          <a:p>
            <a:r>
              <a:rPr dirty="0"/>
              <a:t>• Failed products show a different distribution</a:t>
            </a:r>
          </a:p>
          <a:p>
            <a:r>
              <a:rPr dirty="0"/>
              <a:t>• Greater variability observed among failed products</a:t>
            </a:r>
          </a:p>
          <a:p>
            <a:r>
              <a:rPr dirty="0"/>
              <a:t>• Measurement variables may help identify failures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measurement variables contain missing values</a:t>
            </a:r>
          </a:p>
          <a:p>
            <a:pPr lvl="1"/>
            <a:r>
              <a:t>Missingness increases across later measurements</a:t>
            </a:r>
          </a:p>
          <a:p>
            <a:pPr lvl="1"/>
            <a:r>
              <a:t>No new variables were created in Phase 1</a:t>
            </a:r>
          </a:p>
          <a:p>
            <a:pPr lvl="1"/>
            <a:r>
              <a:t>Missing data will be addressed in Phase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failures are relatively uncommon</a:t>
            </a:r>
          </a:p>
          <a:p>
            <a:pPr lvl="1"/>
            <a:r>
              <a:t>Failure likelihood varies by product category</a:t>
            </a:r>
          </a:p>
          <a:p>
            <a:pPr lvl="1"/>
            <a:r>
              <a:t>Numeric measurements differ by failure status</a:t>
            </a:r>
          </a:p>
          <a:p>
            <a:pPr lvl="1"/>
            <a:r>
              <a:t>Insights guide predictive modeling in Phase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</Words>
  <Application>Microsoft Office PowerPoint</Application>
  <PresentationFormat>On-screen Show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Exploratory Analysis of Product Failures (Phase 1)</vt:lpstr>
      <vt:lpstr>Dataset Overview</vt:lpstr>
      <vt:lpstr>Distribution of Product Failures</vt:lpstr>
      <vt:lpstr>Failure Rate by Product Code</vt:lpstr>
      <vt:lpstr>Measurement 1 by Failure Status</vt:lpstr>
      <vt:lpstr>Data Quality Observations</vt:lpstr>
      <vt:lpstr>Key Insights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bhanu</dc:creator>
  <cp:keywords/>
  <dc:description>generated using python-pptx</dc:description>
  <cp:lastModifiedBy>bhanu sai prakash arigalla</cp:lastModifiedBy>
  <cp:revision>2</cp:revision>
  <dcterms:created xsi:type="dcterms:W3CDTF">2013-01-27T09:14:16Z</dcterms:created>
  <dcterms:modified xsi:type="dcterms:W3CDTF">2026-02-16T22:50:15Z</dcterms:modified>
  <cp:category/>
</cp:coreProperties>
</file>